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04 Pax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Inference: llama.cpp Q4_0 GGUF, n_gpu_layers=-1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Benchmark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Parameter | Value |</a:t>
            </a:r>
          </a:p>
          <a:p>
            <a:r>
              <a:t>| --- | --- |</a:t>
            </a:r>
          </a:p>
          <a:p>
            <a:r>
              <a:t>| Model | PAX L5 Narrow L2 General 27B |</a:t>
            </a:r>
          </a:p>
          <a:p>
            <a:r>
              <a:t>| Quantization | Q4_0 (15GB VRAM) |</a:t>
            </a:r>
          </a:p>
          <a:p>
            <a:r>
              <a:t>| Context | 4096 tokens |</a:t>
            </a:r>
          </a:p>
          <a:p>
            <a:r>
              <a:t>| GPU | RTX 4090 / T4 (Kaggle) |</a:t>
            </a:r>
          </a:p>
          <a:p>
            <a:r>
              <a:t>| Temperature | 0.7 |</a:t>
            </a:r>
          </a:p>
          <a:p>
            <a:r>
              <a:t>| Repeat Penalty | 1.1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Tokens/sec (GPU) | ~18–22 tok/s |</a:t>
            </a:r>
          </a:p>
          <a:p>
            <a:r>
              <a:t>| Tokens/sec (CPU) | ~1.2–2.1 tok/s |</a:t>
            </a:r>
          </a:p>
          <a:p>
            <a:r>
              <a:t>| First token latency | ~850ms (GPU) |</a:t>
            </a:r>
          </a:p>
          <a:p>
            <a:r>
              <a:t>| Memory (VRAM) | 14.8GB (Q4_0) |</a:t>
            </a:r>
          </a:p>
          <a:p>
            <a:r>
              <a:t>| Memory (RAM) | 2.1GB overhead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Task Performance — SUPERCOMPUTER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Task | Score | Baseline (GPT-4o API) | Delta |</a:t>
            </a:r>
          </a:p>
          <a:p>
            <a:r>
              <a:t>| --- | --- | --- | --- |</a:t>
            </a:r>
          </a:p>
          <a:p>
            <a:r>
              <a:t>| Instruction following | 91.2% | 93.1% | -1.9% |</a:t>
            </a:r>
          </a:p>
          <a:p>
            <a:r>
              <a:t>| Domain reasoning | 88.7% | 89.3% | -0.6% |</a:t>
            </a:r>
          </a:p>
          <a:p>
            <a:r>
              <a:t>| Code generation | 84.1% | 87.2% | -3.1% |</a:t>
            </a:r>
          </a:p>
          <a:p>
            <a:r>
              <a:t>| Long-context (4K) | 82.4% | 85.0% | -2.6% |</a:t>
            </a:r>
          </a:p>
          <a:p>
            <a:r>
              <a:t>Key result: PAX L5 Narrow L2 General 27B achieves ~97% of GPT-4o quality</a:t>
            </a:r>
          </a:p>
          <a:p>
            <a:r>
              <a:t>at zero marginal cost, zero data egress, and full offline capability.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Millennium Problem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20 real solutions generated by PAX L5 Narrow L2 General 27B.</a:t>
            </a:r>
          </a:p>
          <a:p>
            <a:r>
              <a:t>See 25_MILLENNIUM_PROBLEM_PROPOSALS for full output.</a:t>
            </a:r>
          </a:p>
          <a:p>
            <a:r>
              <a:t>Kaggle run ID: loiskleinner/pax-millennium-solutions (v44)</a:t>
            </a:r>
          </a:p>
          <a:p>
            <a:r>
              <a:t>AIOSS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